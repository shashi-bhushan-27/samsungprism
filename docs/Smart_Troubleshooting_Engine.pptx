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Arial"/>
              </a:rPr>
              <a:t>P95 latency (ms, log scale) — targets: 300 ms hits, 8,000 ms cold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ms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Exact hit</c:v>
                  </c:pt>
                  <c:pt idx="1">
                    <c:v>Unseen paraphrase hit</c:v>
                  </c:pt>
                  <c:pt idx="2">
                    <c:v>Cold full pipeline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9.96</c:v>
                </c:pt>
                <c:pt idx="1">
                  <c:v>24.18</c:v>
                </c:pt>
                <c:pt idx="2">
                  <c:v>2552.32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b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Arial"/>
              </a:rPr>
              <a:t>P95 latency (ms)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hits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8</c:v>
                  </c:pt>
                  <c:pt idx="2">
                    <c:v>32</c:v>
                  </c:pt>
                  <c:pt idx="3">
                    <c:v>64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7.88</c:v>
                </c:pt>
                <c:pt idx="1">
                  <c:v>44.07</c:v>
                </c:pt>
                <c:pt idx="2">
                  <c:v>313.86</c:v>
                </c:pt>
                <c:pt idx="3">
                  <c:v>1507.34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Semantic hits</c:v>
                </c:pt>
              </c:strCache>
            </c:strRef>
          </c:tx>
          <c:spPr>
            <a:solidFill>
              <a:srgbClr val="F2A541"/>
            </a:solidFill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8</c:v>
                  </c:pt>
                  <c:pt idx="2">
                    <c:v>32</c:v>
                  </c:pt>
                  <c:pt idx="3">
                    <c:v>64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31.86</c:v>
                </c:pt>
                <c:pt idx="1">
                  <c:v>180.38</c:v>
                </c:pt>
                <c:pt idx="2">
                  <c:v>780.98</c:v>
                </c:pt>
                <c:pt idx="3">
                  <c:v>1771.98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concurrent requests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Headline numbers are measured over real HTTP with a live model; see metrics.md.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GenAI Hackathon 2026 · Theme 2 — Troubleshooting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Guided Troubleshooting Engine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Galaxy complaints → grounded, validated, one-tap Settings plans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9.96 ms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exact cache hit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24.2 ms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unseen-paraphrase hit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2.55 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cold full pipeline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429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leaks in 447 outputs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describe symptoms, not settings; agents spend ~15 minutes per scenario mapping them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7F9FB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“Screen flickers and the battery dies fast”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7F9FB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phone got slow after the update”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7F9FB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“Swipe gestures go the wrong way after installing an app”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plan must do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2880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fix into one action per Settings screen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exact catalog deeplink — never a parent menu, never an invented URI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least-disruptive first; restarts and resets last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hallucinate steps or leak web URLs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repeat issues in &lt; 300 ms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LLM-assisted, not LLM-controlled: the model reads language; code enforces every hard rule.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enrichment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normalise, typo-fix, symptom concepts, canonical key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20824" y="2377440"/>
            <a:ext cx="118872" cy="274320"/>
          </a:xfrm>
          <a:prstGeom prst="rightArrow">
            <a:avLst/>
          </a:prstGeom>
          <a:solidFill>
            <a:srgbClr val="5B6573"/>
          </a:solidFill>
          <a:ln/>
        </p:spPr>
      </p:sp>
      <p:sp>
        <p:nvSpPr>
          <p:cNvPr id="10" name="Shape 8"/>
          <p:cNvSpPr/>
          <p:nvPr/>
        </p:nvSpPr>
        <p:spPr>
          <a:xfrm>
            <a:off x="2157984" y="14630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95144" y="1600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9514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95144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cache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95144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bge-small match, concept gates, re-validated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21608" y="2377440"/>
            <a:ext cx="118872" cy="274320"/>
          </a:xfrm>
          <a:prstGeom prst="rightArrow">
            <a:avLst/>
          </a:prstGeom>
          <a:solidFill>
            <a:srgbClr val="5B6573"/>
          </a:solidFill>
          <a:ln/>
        </p:spPr>
      </p:sp>
      <p:sp>
        <p:nvSpPr>
          <p:cNvPr id="16" name="Shape 14"/>
          <p:cNvSpPr/>
          <p:nvPr/>
        </p:nvSpPr>
        <p:spPr>
          <a:xfrm>
            <a:off x="3858768" y="14630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95928" y="1600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959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extraction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95928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strict JSON schema, grounding check, repair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2392" y="2377440"/>
            <a:ext cx="118872" cy="274320"/>
          </a:xfrm>
          <a:prstGeom prst="rightArrow">
            <a:avLst/>
          </a:prstGeom>
          <a:solidFill>
            <a:srgbClr val="5B6573"/>
          </a:solidFill>
          <a:ln/>
        </p:spPr>
      </p:sp>
      <p:sp>
        <p:nvSpPr>
          <p:cNvPr id="22" name="Shape 20"/>
          <p:cNvSpPr/>
          <p:nvPr/>
        </p:nvSpPr>
        <p:spPr>
          <a:xfrm>
            <a:off x="5559552" y="14630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96712" y="1600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967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96712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Deeplink mapping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96712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hybrid, exact-screen resolver, sequencing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23176" y="2377440"/>
            <a:ext cx="118872" cy="274320"/>
          </a:xfrm>
          <a:prstGeom prst="rightArrow">
            <a:avLst/>
          </a:prstGeom>
          <a:solidFill>
            <a:srgbClr val="5B6573"/>
          </a:solidFill>
          <a:ln/>
        </p:spPr>
      </p:sp>
      <p:sp>
        <p:nvSpPr>
          <p:cNvPr id="28" name="Shape 26"/>
          <p:cNvSpPr/>
          <p:nvPr/>
        </p:nvSpPr>
        <p:spPr>
          <a:xfrm>
            <a:off x="7260336" y="14630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97496" y="1600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9749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97496" y="2148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97496" y="2697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JSON, latency, hit flag, cost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→ return immediately, no model call, $0.  Miss → stages 1–2 → schema + business-rule + URL + catalog gates → cache write.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screen, never the parent menu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“swipe navigation moves up or down instead of left or right after downloading an app”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7F9FB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Navigation Bar Settings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and open Settings.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on Display.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on Navigation bar.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preferred navigation type…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toggle on Gesture hint…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bixby://dummy_positive — “Open navigation bar settings under Display”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UI-path parser finds the operated control and the screen it lives 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must cover that label: Display and Settings exist in the catalog but are parents → rejected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Unindexed valid screen → reserved dummy_positive (auto actions 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cold path: 63 of 67 gold targets exact, 1 parent menus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rules, enforced in 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gate, over 447 live HTTP outputs of every request path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4825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 lines (≥ 99%)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371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04825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title / description rules (≥ 95%)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4813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04825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URL leaks (target 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137160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48132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0482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deeplinks found verbatim in the catalog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9900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91.5%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5570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actions with a valid deeplink (≥ 90%)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288036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29900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35570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actions carrying a link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88036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29900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5570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actions not last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28803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299008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19/19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5570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hostile probes passed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and latency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model: groq/openai/gpt-oss-120b · 32 queries · N ≥ 30 per latency path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356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2.902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025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accuracy (0–3)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8529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1.896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198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deeplink relevance (0–2)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560320" y="1234440"/>
          <a:ext cx="6126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cache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Paraphrases converge on one validated plan; distinct problems never share 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356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025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correct-plan hits on 128 unseen LLM paraphrases (≥ 80%)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8529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198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wrong-plan hits (known limitation)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37160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 → semantic match (bge-small, calibrated threshold 0.77 on a separate split)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qualifier and domain gates: “drains after update” never gets “hot while charging”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Request-scoped SIIS plans are never served to other users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hit re-validated; versioned invalidation (catalog fingerprint + pipeline)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cost $0.00 · 334 hits measured, 0 model calls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how should deeplinks be mapped?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Paired: identical extraction, only the mapper differs (6 queries live, 13 gold targets)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46304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acc.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Deeplink rel.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LLM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BM25 + dense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mapper is 1.9× slower at P95 and 6.9× costlier, and picks parent or wrong screens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invented URIs are rejected by the catalog gate; hybrid never needs that safety net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tie hybrid on this self-authored fixture; hybrid keeps recall on unseen catalog wording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attacked our own system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attack classes, offline and live; every issue fixed with a regression test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3258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“Update software” action was silently dropped by a name-repair rule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659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96596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complaints (“change my ringtone”) were grounded in an unrelated article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6060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60604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One-tap-per-action model output left the final selection ungrouped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24612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24612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Full-LLM mapping cost was under-reported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862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88620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 below target on new phrasings → broader lexicon, re-measured on a fresh set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load, and what is not solved yet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uvicorn worker, 320 requests per run (stress.json)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325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errors and 0 contract failures in every load run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&lt; 300 ms up to 8 concurrent requests per worker; scale out with workers beyond that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128 unseen paraphrases got a sibling plan (e.g. “froze, won’t respond to touch or buttons” → touchscreen)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output is not byte-deterministic; repeats are served identically from the cache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synthetic fixture — official datasets were not supplied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install &amp;&amp; make indexes &amp;&amp; make test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LLM_PROVIDER=groq GROQ_API_KEY=… make serve      # open /demo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docker-build &amp;&amp; make docker-run ENV_FILE=.env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evaluate     # benchmark · ablation · stress · hostile → metrics.md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results.jsonl · metrics.md · HARDENING_REPORT.md · REQUIREMENTS_TRACEABILITY.md · FINAL_REVIEW.md · AI_DISCLOSURE.md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Guided Troubleshooting Engine</dc:title>
  <dc:subject>PptxGenJS Presentation</dc:subject>
  <dc:creator>PptxGenJS</dc:creator>
  <cp:lastModifiedBy>PptxGenJS</cp:lastModifiedBy>
  <cp:revision>1</cp:revision>
  <dcterms:created xsi:type="dcterms:W3CDTF">2026-10-01T05:05:09Z</dcterms:created>
  <dcterms:modified xsi:type="dcterms:W3CDTF">2026-10-01T05:05:09Z</dcterms:modified>
</cp:coreProperties>
</file>